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94"/>
  </p:normalViewPr>
  <p:slideViewPr>
    <p:cSldViewPr snapToGrid="0" snapToObjects="1">
      <p:cViewPr varScale="1">
        <p:scale>
          <a:sx n="121" d="100"/>
          <a:sy n="121" d="100"/>
        </p:scale>
        <p:origin x="74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2595E3-0EE7-864B-873E-10E994E37E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6E01567-86BA-F34E-96C1-41F855C40BF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7E6271D-C24C-6F44-B1E6-1DAC7CB7A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0E833AF-8D87-9443-AC51-09A858E166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8B2E19E-F1E6-1D4F-816F-6BFB693E9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6499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FDECB75-3C71-494F-AF09-C6659603F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F877B18-0A57-6847-9E9F-3B79DA19F0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5B2FCE-B573-4040-99A0-B53C6E390B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53E6E03-3915-F044-AD54-86260FF012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C0EF23F-8B7E-1A43-93F3-84276218E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57988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9D1248-925E-1D47-B0CB-4AB76B4804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EADEFAE-738A-354E-AC95-B9C7EEB77E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C2985B6-EB91-8745-A033-01C30500F7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4FE122A-A1F0-3046-AD3B-5434CDAE5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00124F-188A-7F4E-BCB8-C51867FDE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4705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C344A56-5A3F-D948-9BC5-110A2C4ED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1E5DE46-D98F-174C-AB37-1A6FEB42116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9EE50770-6D49-1D43-999E-15BB10BB5C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7756C91-A6E6-8C4E-94C0-7C853EE13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F353568-83C1-E943-B4E9-1AAE233EE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594356B-0EFF-FF4F-9D62-DFD2BFF2B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708366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54CB85-FD90-5D4F-B942-D348A8AF72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1E87CA2-5119-CB40-94E7-5AFD54059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93CE490-5581-8747-9C5D-F06296E2B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47930B06-65B4-4E48-8E3C-54F9E8B42F8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8E42646-BEB5-C148-AB1E-BAE2144E5C8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C372850B-CB5C-F44A-A57C-0DEB707CA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5E86F90-33A3-DC43-9678-8A63FFDF7E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061F1F9C-C791-6C4B-84CD-96203C156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3134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84B5363-3E29-2648-8169-895815E50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04C2753-4852-5043-A669-81646F1EF9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F551B91-4F6B-9340-B016-3DE83BE37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1B9E543-3A69-574C-96EC-2DAC74DCC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9039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0786806-7840-6344-8318-C9121665AD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36FE35E5-3824-1E4B-9603-3D1509597B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235014B-BDE6-254F-8B91-42CE04EAD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62456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58FB9A2-06F2-CB42-B334-8579CFB26A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275612-4478-6B47-8B8E-984434AE4C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B31A544-DC30-2844-863D-9C74E34124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B4A0FE1-606A-A241-8AC7-D8F9CA205D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962050B-6FA5-D340-A1A2-D98740BCE0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E40D58B-4808-D44A-A999-3DB40FFE43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85915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222A197-8DFF-2A4A-9306-3FCA077BF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E27A59A-DC9D-6F43-9228-3F4DC7004CF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5452710-5E31-194B-8D77-E6E82C1B29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3FA0EB1-26C2-9940-993D-B648CCE3BA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3A78E6B-3257-9549-9419-9444EE60C6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D426F4D-92B2-C242-8B68-0EA84151F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86336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06C8BC1-D1BE-BD45-9F71-131F2944E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583B61B2-CD18-EA45-AF9B-9366191DB41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4A12877-BAF3-504E-9683-1E66D9A4AC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B05EDCC-7126-2E4B-B90E-B6A1BA0F7D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407B0C5-5E14-1C41-A3C2-1A9576887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80719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6D510057-B6E0-CE4A-8AA3-964844AC38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68C0255-934A-BB49-8001-C74AA2129C5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013C7B9-E224-E949-90B9-00A5CF572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EA3CAA8-9BA4-ED46-877B-748EB7197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B870045-9C78-3742-8201-5CD2DD594E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99186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4D472A5-0CA1-0D49-97BA-66CF75CB30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C60ABD1-EAD8-D841-8208-A1206D9473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EDA05A4-6940-E442-8C43-2A49D9ADCEE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A6F15A-0480-C743-BC25-78757D51ACCC}" type="datetimeFigureOut">
              <a:rPr kumimoji="1" lang="ja-JP" altLang="en-US" smtClean="0"/>
              <a:t>2021/8/10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59411B5-2E4D-A14B-85AA-0C2BCAEC660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51C214-A300-D04C-AFBA-688758463E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796907-014C-7E4A-AD2C-6F22F87270B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22874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tiff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tiff"/><Relationship Id="rId5" Type="http://schemas.openxmlformats.org/officeDocument/2006/relationships/image" Target="../media/image4.svg"/><Relationship Id="rId10" Type="http://schemas.openxmlformats.org/officeDocument/2006/relationships/image" Target="../media/image9.tiff"/><Relationship Id="rId4" Type="http://schemas.openxmlformats.org/officeDocument/2006/relationships/image" Target="../media/image3.png"/><Relationship Id="rId9" Type="http://schemas.openxmlformats.org/officeDocument/2006/relationships/image" Target="../media/image8.tif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1.png"/><Relationship Id="rId7" Type="http://schemas.openxmlformats.org/officeDocument/2006/relationships/image" Target="../media/image11.tiff"/><Relationship Id="rId12" Type="http://schemas.openxmlformats.org/officeDocument/2006/relationships/image" Target="../media/image16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11" Type="http://schemas.openxmlformats.org/officeDocument/2006/relationships/image" Target="../media/image15.png"/><Relationship Id="rId5" Type="http://schemas.openxmlformats.org/officeDocument/2006/relationships/image" Target="../media/image5.tiff"/><Relationship Id="rId10" Type="http://schemas.openxmlformats.org/officeDocument/2006/relationships/image" Target="../media/image14.png"/><Relationship Id="rId4" Type="http://schemas.openxmlformats.org/officeDocument/2006/relationships/image" Target="../media/image2.svg"/><Relationship Id="rId9" Type="http://schemas.openxmlformats.org/officeDocument/2006/relationships/image" Target="../media/image13.tif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3" Type="http://schemas.openxmlformats.org/officeDocument/2006/relationships/image" Target="../media/image7.png"/><Relationship Id="rId7" Type="http://schemas.openxmlformats.org/officeDocument/2006/relationships/image" Target="../media/image20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png"/><Relationship Id="rId7" Type="http://schemas.openxmlformats.org/officeDocument/2006/relationships/image" Target="../media/image2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png"/><Relationship Id="rId9" Type="http://schemas.openxmlformats.org/officeDocument/2006/relationships/image" Target="../media/image31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3" Type="http://schemas.openxmlformats.org/officeDocument/2006/relationships/image" Target="../media/image7.png"/><Relationship Id="rId7" Type="http://schemas.openxmlformats.org/officeDocument/2006/relationships/image" Target="../media/image36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9.tif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68C3462-892A-A043-8EA3-5C83A779217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990FAED-3B9A-9643-BB37-A17C013E24B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942200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コンテンツ プレースホルダー 7">
            <a:extLst>
              <a:ext uri="{FF2B5EF4-FFF2-40B4-BE49-F238E27FC236}">
                <a16:creationId xmlns:a16="http://schemas.microsoft.com/office/drawing/2014/main" id="{D99F997B-54A0-2449-8F66-DC60EC9B57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3851"/>
            <a:ext cx="3425149" cy="3425149"/>
          </a:xfrm>
        </p:spPr>
      </p:pic>
      <p:pic>
        <p:nvPicPr>
          <p:cNvPr id="9" name="コンテンツ プレースホルダー 7">
            <a:extLst>
              <a:ext uri="{FF2B5EF4-FFF2-40B4-BE49-F238E27FC236}">
                <a16:creationId xmlns:a16="http://schemas.microsoft.com/office/drawing/2014/main" id="{87ADFEBB-D91E-BF4A-994C-C4E35A5F66D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425149" y="3851"/>
            <a:ext cx="3425149" cy="34251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CC45036-2DE6-9243-BD27-97FB57835B1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2118" y="590425"/>
            <a:ext cx="1100914" cy="1290726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63190EB-C710-FC4B-ACEA-D5792A39596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0233" y="560601"/>
            <a:ext cx="1054979" cy="1350373"/>
          </a:xfrm>
          <a:prstGeom prst="rect">
            <a:avLst/>
          </a:prstGeom>
        </p:spPr>
      </p:pic>
      <p:pic>
        <p:nvPicPr>
          <p:cNvPr id="1028" name="Picture 4" descr="pin (600×600)">
            <a:extLst>
              <a:ext uri="{FF2B5EF4-FFF2-40B4-BE49-F238E27FC236}">
                <a16:creationId xmlns:a16="http://schemas.microsoft.com/office/drawing/2014/main" id="{97E718B8-1296-7A4E-AF7A-EBD7EAB70B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0296" y="3852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図 1">
            <a:extLst>
              <a:ext uri="{FF2B5EF4-FFF2-40B4-BE49-F238E27FC236}">
                <a16:creationId xmlns:a16="http://schemas.microsoft.com/office/drawing/2014/main" id="{A3A874DC-CB80-9A4A-84CB-97AD5C30EC4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850295" y="3428999"/>
            <a:ext cx="3425149" cy="3425149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A9103C0-17ED-E348-A6D1-A18275FE5A7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423221" y="3425146"/>
            <a:ext cx="3429002" cy="3429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2993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Picture 4" descr="pin (600×600)">
            <a:extLst>
              <a:ext uri="{FF2B5EF4-FFF2-40B4-BE49-F238E27FC236}">
                <a16:creationId xmlns:a16="http://schemas.microsoft.com/office/drawing/2014/main" id="{FC4FE6F1-82E3-5C48-AEEF-045CAD2669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7473" y="3477465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4" descr="pin (600×600)">
            <a:extLst>
              <a:ext uri="{FF2B5EF4-FFF2-40B4-BE49-F238E27FC236}">
                <a16:creationId xmlns:a16="http://schemas.microsoft.com/office/drawing/2014/main" id="{1B052C6E-EDB4-0B4E-B53D-BDE9D5CC99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5940" y="3436704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pin (600×600)">
            <a:extLst>
              <a:ext uri="{FF2B5EF4-FFF2-40B4-BE49-F238E27FC236}">
                <a16:creationId xmlns:a16="http://schemas.microsoft.com/office/drawing/2014/main" id="{4321FD0A-0CF2-9547-AA90-7ECD688C9C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94166" y="3432852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コンテンツ プレースホルダー 7">
            <a:extLst>
              <a:ext uri="{FF2B5EF4-FFF2-40B4-BE49-F238E27FC236}">
                <a16:creationId xmlns:a16="http://schemas.microsoft.com/office/drawing/2014/main" id="{D99F997B-54A0-2449-8F66-DC60EC9B57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3851"/>
            <a:ext cx="3425149" cy="3425149"/>
          </a:xfr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CC45036-2DE6-9243-BD27-97FB57835B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62118" y="590425"/>
            <a:ext cx="1100914" cy="1290726"/>
          </a:xfrm>
          <a:prstGeom prst="rect">
            <a:avLst/>
          </a:prstGeom>
        </p:spPr>
      </p:pic>
      <p:pic>
        <p:nvPicPr>
          <p:cNvPr id="6" name="コンテンツ プレースホルダー 7">
            <a:extLst>
              <a:ext uri="{FF2B5EF4-FFF2-40B4-BE49-F238E27FC236}">
                <a16:creationId xmlns:a16="http://schemas.microsoft.com/office/drawing/2014/main" id="{7F56C51F-0A0D-DD4F-A507-D229FBE873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03303" y="0"/>
            <a:ext cx="3425149" cy="3425149"/>
          </a:xfrm>
          <a:prstGeom prst="rect">
            <a:avLst/>
          </a:prstGeom>
        </p:spPr>
      </p:pic>
      <p:pic>
        <p:nvPicPr>
          <p:cNvPr id="12" name="コンテンツ プレースホルダー 7">
            <a:extLst>
              <a:ext uri="{FF2B5EF4-FFF2-40B4-BE49-F238E27FC236}">
                <a16:creationId xmlns:a16="http://schemas.microsoft.com/office/drawing/2014/main" id="{8D7572C1-D6DA-4C4F-BFB7-810650F8E3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785077" y="0"/>
            <a:ext cx="3425149" cy="3425149"/>
          </a:xfrm>
          <a:prstGeom prst="rect">
            <a:avLst/>
          </a:prstGeom>
        </p:spPr>
      </p:pic>
      <p:pic>
        <p:nvPicPr>
          <p:cNvPr id="14" name="コンテンツ プレースホルダー 7">
            <a:extLst>
              <a:ext uri="{FF2B5EF4-FFF2-40B4-BE49-F238E27FC236}">
                <a16:creationId xmlns:a16="http://schemas.microsoft.com/office/drawing/2014/main" id="{B67E2898-ADF2-0349-B684-FB34152926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66851" y="3851"/>
            <a:ext cx="3425149" cy="3425149"/>
          </a:xfrm>
          <a:prstGeom prst="rect">
            <a:avLst/>
          </a:prstGeom>
        </p:spPr>
      </p:pic>
      <p:pic>
        <p:nvPicPr>
          <p:cNvPr id="16" name="コンテンツ プレースホルダー 7">
            <a:extLst>
              <a:ext uri="{FF2B5EF4-FFF2-40B4-BE49-F238E27FC236}">
                <a16:creationId xmlns:a16="http://schemas.microsoft.com/office/drawing/2014/main" id="{752A6AB4-9DEF-6D44-A4EC-50732CEF22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3429000"/>
            <a:ext cx="3425149" cy="3425149"/>
          </a:xfrm>
          <a:prstGeom prst="rect">
            <a:avLst/>
          </a:prstGeom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18858F41-EF59-444B-9F7B-3889AB30A39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21223" y="582587"/>
            <a:ext cx="971035" cy="1294713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ACB0B002-6664-A842-BA28-FA8C2994FCF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80233" y="626095"/>
            <a:ext cx="1034837" cy="1256588"/>
          </a:xfrm>
          <a:prstGeom prst="rect">
            <a:avLst/>
          </a:prstGeom>
        </p:spPr>
      </p:pic>
      <p:pic>
        <p:nvPicPr>
          <p:cNvPr id="24" name="図 23">
            <a:extLst>
              <a:ext uri="{FF2B5EF4-FFF2-40B4-BE49-F238E27FC236}">
                <a16:creationId xmlns:a16="http://schemas.microsoft.com/office/drawing/2014/main" id="{4DD44963-E70C-1A47-81E5-252D69A431E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714799" y="628786"/>
            <a:ext cx="1529251" cy="1251205"/>
          </a:xfrm>
          <a:prstGeom prst="rect">
            <a:avLst/>
          </a:prstGeom>
        </p:spPr>
      </p:pic>
      <p:pic>
        <p:nvPicPr>
          <p:cNvPr id="25" name="図 24">
            <a:extLst>
              <a:ext uri="{FF2B5EF4-FFF2-40B4-BE49-F238E27FC236}">
                <a16:creationId xmlns:a16="http://schemas.microsoft.com/office/drawing/2014/main" id="{7D4E26D8-E38A-C24E-B4CC-F2FFFF68EF5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86192" y="4011723"/>
            <a:ext cx="1252763" cy="129072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638C5571-18A1-544E-9E23-C16FE82DE381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80389" y="4027623"/>
            <a:ext cx="1270975" cy="1270975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3EBB1D26-6761-4440-889A-486F0565473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21198" y="4051244"/>
            <a:ext cx="1152905" cy="1310119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39A1E6E1-EB92-FF4E-8AB3-541FE785697F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908348" y="4062961"/>
            <a:ext cx="1197460" cy="1247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7625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>
            <a:extLst>
              <a:ext uri="{FF2B5EF4-FFF2-40B4-BE49-F238E27FC236}">
                <a16:creationId xmlns:a16="http://schemas.microsoft.com/office/drawing/2014/main" id="{9E64349E-70C8-6E4A-9CCC-19F678D1D7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2998" y="3485457"/>
            <a:ext cx="3429002" cy="3429002"/>
          </a:xfrm>
          <a:prstGeom prst="rect">
            <a:avLst/>
          </a:prstGeom>
        </p:spPr>
      </p:pic>
      <p:pic>
        <p:nvPicPr>
          <p:cNvPr id="32" name="Picture 4" descr="pin (600×600)">
            <a:extLst>
              <a:ext uri="{FF2B5EF4-FFF2-40B4-BE49-F238E27FC236}">
                <a16:creationId xmlns:a16="http://schemas.microsoft.com/office/drawing/2014/main" id="{228F9C37-FB4D-9C41-87CA-1417A84125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286" y="342599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4" descr="pin (600×600)">
            <a:extLst>
              <a:ext uri="{FF2B5EF4-FFF2-40B4-BE49-F238E27FC236}">
                <a16:creationId xmlns:a16="http://schemas.microsoft.com/office/drawing/2014/main" id="{1FA47ADB-FD0D-674D-B28F-803C626CDE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4483" y="3452111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4" descr="pin (600×600)">
            <a:extLst>
              <a:ext uri="{FF2B5EF4-FFF2-40B4-BE49-F238E27FC236}">
                <a16:creationId xmlns:a16="http://schemas.microsoft.com/office/drawing/2014/main" id="{9A6757E3-3F6B-D14A-83EA-A1088BE67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1681" y="3467518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 descr="pin (600×600)">
            <a:extLst>
              <a:ext uri="{FF2B5EF4-FFF2-40B4-BE49-F238E27FC236}">
                <a16:creationId xmlns:a16="http://schemas.microsoft.com/office/drawing/2014/main" id="{59E3EB4D-6A94-184D-A5AD-C25EB5D9F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682" y="1155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4" descr="pin (600×600)">
            <a:extLst>
              <a:ext uri="{FF2B5EF4-FFF2-40B4-BE49-F238E27FC236}">
                <a16:creationId xmlns:a16="http://schemas.microsoft.com/office/drawing/2014/main" id="{20890072-C1CE-2543-BBA7-D776D6424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4504" y="1155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pin (600×600)">
            <a:extLst>
              <a:ext uri="{FF2B5EF4-FFF2-40B4-BE49-F238E27FC236}">
                <a16:creationId xmlns:a16="http://schemas.microsoft.com/office/drawing/2014/main" id="{963B0A45-473A-4442-9E6C-8CC128A6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302" y="-3851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pin (600×600)">
            <a:extLst>
              <a:ext uri="{FF2B5EF4-FFF2-40B4-BE49-F238E27FC236}">
                <a16:creationId xmlns:a16="http://schemas.microsoft.com/office/drawing/2014/main" id="{096CD39F-F8AB-4A4A-9155-E71DFB912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" y="3852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51CE140-2364-DC40-80EE-49BFC6FB63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909" y="582586"/>
            <a:ext cx="1186821" cy="1294713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AF4D1C10-73F9-534B-8AD7-251533A19AE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82180" y="578736"/>
            <a:ext cx="1109754" cy="1294713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79E209BF-270C-5642-B868-49A1C907661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2198" y="623214"/>
            <a:ext cx="1350254" cy="1250235"/>
          </a:xfrm>
          <a:prstGeom prst="rect">
            <a:avLst/>
          </a:prstGeom>
        </p:spPr>
      </p:pic>
      <p:pic>
        <p:nvPicPr>
          <p:cNvPr id="36" name="図 35">
            <a:extLst>
              <a:ext uri="{FF2B5EF4-FFF2-40B4-BE49-F238E27FC236}">
                <a16:creationId xmlns:a16="http://schemas.microsoft.com/office/drawing/2014/main" id="{766C9A8B-EE08-5A4E-B6E6-1775A130CE0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3578" y="623214"/>
            <a:ext cx="1309696" cy="1309696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9E2EF068-D95A-CB44-B0AF-CB6DC254DD9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7755" y="4027623"/>
            <a:ext cx="1270975" cy="1270975"/>
          </a:xfrm>
          <a:prstGeom prst="rect">
            <a:avLst/>
          </a:prstGeom>
        </p:spPr>
      </p:pic>
      <p:pic>
        <p:nvPicPr>
          <p:cNvPr id="40" name="図 39">
            <a:extLst>
              <a:ext uri="{FF2B5EF4-FFF2-40B4-BE49-F238E27FC236}">
                <a16:creationId xmlns:a16="http://schemas.microsoft.com/office/drawing/2014/main" id="{4DA45069-CF1F-4C48-BF9A-4001CB28133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19220" y="4051244"/>
            <a:ext cx="1270974" cy="1270974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30A5B5DF-FA4D-6641-A030-8127A0865DF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15888" y="3932184"/>
            <a:ext cx="1386564" cy="1247908"/>
          </a:xfrm>
          <a:prstGeom prst="rect">
            <a:avLst/>
          </a:prstGeom>
        </p:spPr>
      </p:pic>
      <p:pic>
        <p:nvPicPr>
          <p:cNvPr id="44" name="図 43">
            <a:extLst>
              <a:ext uri="{FF2B5EF4-FFF2-40B4-BE49-F238E27FC236}">
                <a16:creationId xmlns:a16="http://schemas.microsoft.com/office/drawing/2014/main" id="{6A9DC31D-6605-AC4E-B38B-6FC640CFEA3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807209" y="4048362"/>
            <a:ext cx="1351043" cy="13510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77654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4" descr="pin (600×600)">
            <a:extLst>
              <a:ext uri="{FF2B5EF4-FFF2-40B4-BE49-F238E27FC236}">
                <a16:creationId xmlns:a16="http://schemas.microsoft.com/office/drawing/2014/main" id="{714585EC-1915-B74B-88DD-E9FB745199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4504" y="342129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pin (600×600)">
            <a:extLst>
              <a:ext uri="{FF2B5EF4-FFF2-40B4-BE49-F238E27FC236}">
                <a16:creationId xmlns:a16="http://schemas.microsoft.com/office/drawing/2014/main" id="{228F9C37-FB4D-9C41-87CA-1417A84125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286" y="342599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4" descr="pin (600×600)">
            <a:extLst>
              <a:ext uri="{FF2B5EF4-FFF2-40B4-BE49-F238E27FC236}">
                <a16:creationId xmlns:a16="http://schemas.microsoft.com/office/drawing/2014/main" id="{1FA47ADB-FD0D-674D-B28F-803C626CDE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24483" y="3452111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4" name="Picture 4" descr="pin (600×600)">
            <a:extLst>
              <a:ext uri="{FF2B5EF4-FFF2-40B4-BE49-F238E27FC236}">
                <a16:creationId xmlns:a16="http://schemas.microsoft.com/office/drawing/2014/main" id="{9A6757E3-3F6B-D14A-83EA-A1088BE67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31681" y="3467518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4" descr="pin (600×600)">
            <a:extLst>
              <a:ext uri="{FF2B5EF4-FFF2-40B4-BE49-F238E27FC236}">
                <a16:creationId xmlns:a16="http://schemas.microsoft.com/office/drawing/2014/main" id="{59E3EB4D-6A94-184D-A5AD-C25EB5D9F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682" y="1155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" name="Picture 4" descr="pin (600×600)">
            <a:extLst>
              <a:ext uri="{FF2B5EF4-FFF2-40B4-BE49-F238E27FC236}">
                <a16:creationId xmlns:a16="http://schemas.microsoft.com/office/drawing/2014/main" id="{20890072-C1CE-2543-BBA7-D776D642424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94504" y="1155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pin (600×600)">
            <a:extLst>
              <a:ext uri="{FF2B5EF4-FFF2-40B4-BE49-F238E27FC236}">
                <a16:creationId xmlns:a16="http://schemas.microsoft.com/office/drawing/2014/main" id="{963B0A45-473A-4442-9E6C-8CC128A6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302" y="-3851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pin (600×600)">
            <a:extLst>
              <a:ext uri="{FF2B5EF4-FFF2-40B4-BE49-F238E27FC236}">
                <a16:creationId xmlns:a16="http://schemas.microsoft.com/office/drawing/2014/main" id="{096CD39F-F8AB-4A4A-9155-E71DFB912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" y="3852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E959CE85-D43F-E54F-B67F-3E9F57DF01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9215" y="578736"/>
            <a:ext cx="1287087" cy="1287087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83C29D38-0A11-C34F-A6DB-E532A17D46C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32776" y="623214"/>
            <a:ext cx="1198230" cy="124260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0E151933-9A13-F040-A213-5833F01814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4612" y="623214"/>
            <a:ext cx="1164495" cy="1257655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11F57F74-3AA4-6641-8263-73F4242F8E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57143" y="623214"/>
            <a:ext cx="1352411" cy="1202143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C1601753-0A4F-104E-BFD3-4B836F54138B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8613" y="4048362"/>
            <a:ext cx="1463120" cy="1316808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A2ACEFA2-73D7-3443-8BCE-CAF4EB6BF00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948397" y="3932184"/>
            <a:ext cx="1237579" cy="1432986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4EE4178A-862F-CF45-ABF5-B1BDEF2B6F7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11207" y="3870479"/>
            <a:ext cx="1000540" cy="1556395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2A80F170-2E6F-124D-8F73-4AB61DB55D7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01555" y="3872383"/>
            <a:ext cx="821818" cy="1972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3614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" name="図 33">
            <a:extLst>
              <a:ext uri="{FF2B5EF4-FFF2-40B4-BE49-F238E27FC236}">
                <a16:creationId xmlns:a16="http://schemas.microsoft.com/office/drawing/2014/main" id="{A66E6C8F-9E82-0B45-8F71-86C295E840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851" y="24072"/>
            <a:ext cx="3429002" cy="3429002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38F54E70-FB26-9547-AD56-4F3936592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475221"/>
            <a:ext cx="3429002" cy="3429002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112A3C65-399B-794A-8825-B55EA5307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2303" y="3490628"/>
            <a:ext cx="3429002" cy="3429002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9540544A-591A-C147-B8D4-883D26DAF9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7173" y="3494479"/>
            <a:ext cx="3429002" cy="3429002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66639231-047D-EF4E-903D-C0EF47EC2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5851" y="3461740"/>
            <a:ext cx="3429002" cy="3429002"/>
          </a:xfrm>
          <a:prstGeom prst="rect">
            <a:avLst/>
          </a:prstGeom>
        </p:spPr>
      </p:pic>
      <p:pic>
        <p:nvPicPr>
          <p:cNvPr id="28" name="Picture 4" descr="pin (600×600)">
            <a:extLst>
              <a:ext uri="{FF2B5EF4-FFF2-40B4-BE49-F238E27FC236}">
                <a16:creationId xmlns:a16="http://schemas.microsoft.com/office/drawing/2014/main" id="{59E3EB4D-6A94-184D-A5AD-C25EB5D9F7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84682" y="11556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" name="Picture 4" descr="pin (600×600)">
            <a:extLst>
              <a:ext uri="{FF2B5EF4-FFF2-40B4-BE49-F238E27FC236}">
                <a16:creationId xmlns:a16="http://schemas.microsoft.com/office/drawing/2014/main" id="{963B0A45-473A-4442-9E6C-8CC128A644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302" y="-3851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4" descr="pin (600×600)">
            <a:extLst>
              <a:ext uri="{FF2B5EF4-FFF2-40B4-BE49-F238E27FC236}">
                <a16:creationId xmlns:a16="http://schemas.microsoft.com/office/drawing/2014/main" id="{096CD39F-F8AB-4A4A-9155-E71DFB912B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5" y="3852"/>
            <a:ext cx="3425148" cy="34251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図 2">
            <a:extLst>
              <a:ext uri="{FF2B5EF4-FFF2-40B4-BE49-F238E27FC236}">
                <a16:creationId xmlns:a16="http://schemas.microsoft.com/office/drawing/2014/main" id="{476BC9FB-22C3-2440-A690-59A94C7872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8705" y="578736"/>
            <a:ext cx="944376" cy="157396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08103BDE-F57A-614B-80D4-4F4C243C05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12481" y="545210"/>
            <a:ext cx="1274327" cy="1274327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F3A6E040-3D68-A941-94F5-F4F98B11131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78671" y="586559"/>
            <a:ext cx="1232978" cy="1232978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73192DAE-2FE5-8142-9D3E-073F8218572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32384" y="618551"/>
            <a:ext cx="1294082" cy="1355705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0ABC7277-8711-A64C-8566-63AF5E8066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39449" y="4123413"/>
            <a:ext cx="1337184" cy="1176722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E3F71CD3-B2C7-FB46-8D9E-D9441027DEAB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929722" y="4048930"/>
            <a:ext cx="1217869" cy="1275863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E839A34B-E50B-A249-B92C-2A52A4101F7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01469" y="4123413"/>
            <a:ext cx="1456171" cy="1191412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48A81991-5DD0-344F-98A5-4A20D816044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005062" y="3948894"/>
            <a:ext cx="968461" cy="154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4460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EDC975A7-4D85-604D-BB9A-EA46ED011E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3213" y="75302"/>
            <a:ext cx="3429002" cy="3429002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CBA5A847-4B3F-F04D-9CCC-7B76A9ED4F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27" y="94128"/>
            <a:ext cx="3429002" cy="3429002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60C01310-63FD-0F47-8AEB-CA21711BD7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069" y="784793"/>
            <a:ext cx="1531010" cy="92666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9436F410-F9B9-D84C-99D4-E6F52967EF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76361" y="553097"/>
            <a:ext cx="1278852" cy="1390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00751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68</TotalTime>
  <Words>0</Words>
  <Application>Microsoft Macintosh PowerPoint</Application>
  <PresentationFormat>ワイド画面</PresentationFormat>
  <Paragraphs>0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1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　覚</dc:creator>
  <cp:lastModifiedBy>中村　覚</cp:lastModifiedBy>
  <cp:revision>14</cp:revision>
  <dcterms:created xsi:type="dcterms:W3CDTF">2021-06-26T23:09:01Z</dcterms:created>
  <dcterms:modified xsi:type="dcterms:W3CDTF">2021-08-10T04:29:39Z</dcterms:modified>
</cp:coreProperties>
</file>