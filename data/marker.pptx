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595E3-0EE7-864B-873E-10E994E37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E01567-86BA-F34E-96C1-41F855C40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E6271D-C24C-6F44-B1E6-1DAC7CB7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E833AF-8D87-9443-AC51-09A858E1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B2E19E-F1E6-1D4F-816F-6BFB693E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49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ECB75-3C71-494F-AF09-C6659603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877B18-0A57-6847-9E9F-3B79DA19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5B2FCE-B573-4040-99A0-B53C6E39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3E6E03-3915-F044-AD54-86260FF0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0EF23F-8B7E-1A43-93F3-84276218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79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9D1248-925E-1D47-B0CB-4AB76B48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ADEFAE-738A-354E-AC95-B9C7EEB77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985B6-EB91-8745-A033-01C30500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E122A-A1F0-3046-AD3B-5434CDAE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00124F-188A-7F4E-BCB8-C51867FD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7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44A56-5A3F-D948-9BC5-110A2C4E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E5DE46-D98F-174C-AB37-1A6FEB421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E50770-6D49-1D43-999E-15BB10BB5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756C91-A6E6-8C4E-94C0-7C853EE1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353568-83C1-E943-B4E9-1AAE233E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94356B-0EFF-FF4F-9D62-DFD2BFF2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83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4CB85-FD90-5D4F-B942-D348A8AF7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E87CA2-5119-CB40-94E7-5AFD54059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3CE490-5581-8747-9C5D-F06296E2B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930B06-65B4-4E48-8E3C-54F9E8B42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E42646-BEB5-C148-AB1E-BAE2144E5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372850B-CB5C-F44A-A57C-0DEB707C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E86F90-33A3-DC43-9678-8A63FFDF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1F1F9C-C791-6C4B-84CD-96203C15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13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B5363-3E29-2648-8169-895815E5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4C2753-4852-5043-A669-81646F1E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551B91-4F6B-9340-B016-3DE83BE3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B9E543-3A69-574C-96EC-2DAC74DC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03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0786806-7840-6344-8318-C9121665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FE35E5-3824-1E4B-9603-3D15095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35014B-BDE6-254F-8B91-42CE04EA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45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FB9A2-06F2-CB42-B334-8579CFB2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275612-4478-6B47-8B8E-984434AE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B31A544-DC30-2844-863D-9C74E3412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4A0FE1-606A-A241-8AC7-D8F9CA20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2050B-6FA5-D340-A1A2-D98740BCE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40D58B-4808-D44A-A999-3DB40FFE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59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22A197-8DFF-2A4A-9306-3FCA077B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27A59A-DC9D-6F43-9228-3F4DC7004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452710-5E31-194B-8D77-E6E82C1B2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FA0EB1-26C2-9940-993D-B648CCE3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A78E6B-3257-9549-9419-9444EE60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426F4D-92B2-C242-8B68-0EA84151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6C8BC1-D1BE-BD45-9F71-131F2944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3B61B2-CD18-EA45-AF9B-9366191DB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A12877-BAF3-504E-9683-1E66D9A4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05EDCC-7126-2E4B-B90E-B6A1BA0F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07B0C5-5E14-1C41-A3C2-1A957688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07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D510057-B6E0-CE4A-8AA3-964844AC3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8C0255-934A-BB49-8001-C74AA2129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13C7B9-E224-E949-90B9-00A5CF5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A3CAA8-9BA4-ED46-877B-748EB719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870045-9C78-3742-8201-5CD2DD59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18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D472A5-0CA1-0D49-97BA-66CF75CB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60ABD1-EAD8-D841-8208-A1206D947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DA05A4-6940-E442-8C43-2A49D9ADC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6F15A-0480-C743-BC25-78757D51ACCC}" type="datetimeFigureOut">
              <a:rPr kumimoji="1" lang="ja-JP" altLang="en-US" smtClean="0"/>
              <a:t>2021/8/10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9411B5-2E4D-A14B-85AA-0C2BCAEC6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51C214-A300-D04C-AFBA-688758463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96907-014C-7E4A-AD2C-6F22F872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28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tiff"/><Relationship Id="rId12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5.tiff"/><Relationship Id="rId10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11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2.svg"/><Relationship Id="rId12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8C3462-892A-A043-8EA3-5C83A7792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90FAED-3B9A-9643-BB37-A17C013E2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22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D99F997B-54A0-2449-8F66-DC60EC9B5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851"/>
            <a:ext cx="3425149" cy="3425149"/>
          </a:xfrm>
        </p:spPr>
      </p:pic>
      <p:pic>
        <p:nvPicPr>
          <p:cNvPr id="9" name="コンテンツ プレースホルダー 7">
            <a:extLst>
              <a:ext uri="{FF2B5EF4-FFF2-40B4-BE49-F238E27FC236}">
                <a16:creationId xmlns:a16="http://schemas.microsoft.com/office/drawing/2014/main" id="{87ADFEBB-D91E-BF4A-994C-C4E35A5F6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149" y="3851"/>
            <a:ext cx="3425149" cy="34251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CC45036-2DE6-9243-BD27-97FB57835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118" y="590425"/>
            <a:ext cx="1100914" cy="129072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63190EB-C710-FC4B-ACEA-D5792A395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233" y="560601"/>
            <a:ext cx="1054979" cy="1350373"/>
          </a:xfrm>
          <a:prstGeom prst="rect">
            <a:avLst/>
          </a:prstGeom>
        </p:spPr>
      </p:pic>
      <p:pic>
        <p:nvPicPr>
          <p:cNvPr id="1028" name="Picture 4" descr="pin (600×600)">
            <a:extLst>
              <a:ext uri="{FF2B5EF4-FFF2-40B4-BE49-F238E27FC236}">
                <a16:creationId xmlns:a16="http://schemas.microsoft.com/office/drawing/2014/main" id="{97E718B8-1296-7A4E-AF7A-EBD7EAB7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626" y="0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99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pin (600×600)">
            <a:extLst>
              <a:ext uri="{FF2B5EF4-FFF2-40B4-BE49-F238E27FC236}">
                <a16:creationId xmlns:a16="http://schemas.microsoft.com/office/drawing/2014/main" id="{FC4FE6F1-82E3-5C48-AEEF-045CAD266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473" y="3477465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pin (600×600)">
            <a:extLst>
              <a:ext uri="{FF2B5EF4-FFF2-40B4-BE49-F238E27FC236}">
                <a16:creationId xmlns:a16="http://schemas.microsoft.com/office/drawing/2014/main" id="{1B052C6E-EDB4-0B4E-B53D-BDE9D5CC9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940" y="3436704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in (600×600)">
            <a:extLst>
              <a:ext uri="{FF2B5EF4-FFF2-40B4-BE49-F238E27FC236}">
                <a16:creationId xmlns:a16="http://schemas.microsoft.com/office/drawing/2014/main" id="{4321FD0A-0CF2-9547-AA90-7ECD688C9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166" y="3432852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D99F997B-54A0-2449-8F66-DC60EC9B5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851"/>
            <a:ext cx="3425149" cy="3425149"/>
          </a:xfr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CC45036-2DE6-9243-BD27-97FB57835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118" y="590425"/>
            <a:ext cx="1100914" cy="1290726"/>
          </a:xfrm>
          <a:prstGeom prst="rect">
            <a:avLst/>
          </a:prstGeom>
        </p:spPr>
      </p:pic>
      <p:pic>
        <p:nvPicPr>
          <p:cNvPr id="6" name="コンテンツ プレースホルダー 7">
            <a:extLst>
              <a:ext uri="{FF2B5EF4-FFF2-40B4-BE49-F238E27FC236}">
                <a16:creationId xmlns:a16="http://schemas.microsoft.com/office/drawing/2014/main" id="{7F56C51F-0A0D-DD4F-A507-D229FBE87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303" y="0"/>
            <a:ext cx="3425149" cy="3425149"/>
          </a:xfrm>
          <a:prstGeom prst="rect">
            <a:avLst/>
          </a:prstGeom>
        </p:spPr>
      </p:pic>
      <p:pic>
        <p:nvPicPr>
          <p:cNvPr id="12" name="コンテンツ プレースホルダー 7">
            <a:extLst>
              <a:ext uri="{FF2B5EF4-FFF2-40B4-BE49-F238E27FC236}">
                <a16:creationId xmlns:a16="http://schemas.microsoft.com/office/drawing/2014/main" id="{8D7572C1-D6DA-4C4F-BFB7-810650F8E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077" y="0"/>
            <a:ext cx="3425149" cy="3425149"/>
          </a:xfrm>
          <a:prstGeom prst="rect">
            <a:avLst/>
          </a:prstGeom>
        </p:spPr>
      </p:pic>
      <p:pic>
        <p:nvPicPr>
          <p:cNvPr id="14" name="コンテンツ プレースホルダー 7">
            <a:extLst>
              <a:ext uri="{FF2B5EF4-FFF2-40B4-BE49-F238E27FC236}">
                <a16:creationId xmlns:a16="http://schemas.microsoft.com/office/drawing/2014/main" id="{B67E2898-ADF2-0349-B684-FB3415292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6851" y="3851"/>
            <a:ext cx="3425149" cy="3425149"/>
          </a:xfrm>
          <a:prstGeom prst="rect">
            <a:avLst/>
          </a:prstGeom>
        </p:spPr>
      </p:pic>
      <p:pic>
        <p:nvPicPr>
          <p:cNvPr id="16" name="コンテンツ プレースホルダー 7">
            <a:extLst>
              <a:ext uri="{FF2B5EF4-FFF2-40B4-BE49-F238E27FC236}">
                <a16:creationId xmlns:a16="http://schemas.microsoft.com/office/drawing/2014/main" id="{752A6AB4-9DEF-6D44-A4EC-50732CEF2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429000"/>
            <a:ext cx="3425149" cy="342514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8858F41-EF59-444B-9F7B-3889AB30A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1223" y="582587"/>
            <a:ext cx="971035" cy="1294713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CB0B002-6664-A842-BA28-FA8C2994F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233" y="626095"/>
            <a:ext cx="1034837" cy="1256588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4DD44963-E70C-1A47-81E5-252D69A431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4799" y="628786"/>
            <a:ext cx="1529251" cy="125120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D4E26D8-E38A-C24E-B4CC-F2FFFF68EF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192" y="4011723"/>
            <a:ext cx="1252763" cy="129072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638C5571-18A1-544E-9E23-C16FE82DE3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0389" y="4027623"/>
            <a:ext cx="1270975" cy="127097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3EBB1D26-6761-4440-889A-486F056547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198" y="4051244"/>
            <a:ext cx="1152905" cy="1310119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39A1E6E1-EB92-FF4E-8AB3-541FE78569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8348" y="4062961"/>
            <a:ext cx="1197460" cy="124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6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 descr="pin (600×600)">
            <a:extLst>
              <a:ext uri="{FF2B5EF4-FFF2-40B4-BE49-F238E27FC236}">
                <a16:creationId xmlns:a16="http://schemas.microsoft.com/office/drawing/2014/main" id="{228F9C37-FB4D-9C41-87CA-1417A841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286" y="342599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pin (600×600)">
            <a:extLst>
              <a:ext uri="{FF2B5EF4-FFF2-40B4-BE49-F238E27FC236}">
                <a16:creationId xmlns:a16="http://schemas.microsoft.com/office/drawing/2014/main" id="{1FA47ADB-FD0D-674D-B28F-803C626CD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83" y="3452111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in (600×600)">
            <a:extLst>
              <a:ext uri="{FF2B5EF4-FFF2-40B4-BE49-F238E27FC236}">
                <a16:creationId xmlns:a16="http://schemas.microsoft.com/office/drawing/2014/main" id="{9A6757E3-3F6B-D14A-83EA-A1088BE67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681" y="3467518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pin (600×600)">
            <a:extLst>
              <a:ext uri="{FF2B5EF4-FFF2-40B4-BE49-F238E27FC236}">
                <a16:creationId xmlns:a16="http://schemas.microsoft.com/office/drawing/2014/main" id="{59E3EB4D-6A94-184D-A5AD-C25EB5D9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682" y="1155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pin (600×600)">
            <a:extLst>
              <a:ext uri="{FF2B5EF4-FFF2-40B4-BE49-F238E27FC236}">
                <a16:creationId xmlns:a16="http://schemas.microsoft.com/office/drawing/2014/main" id="{20890072-C1CE-2543-BBA7-D776D6424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504" y="1155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pin (600×600)">
            <a:extLst>
              <a:ext uri="{FF2B5EF4-FFF2-40B4-BE49-F238E27FC236}">
                <a16:creationId xmlns:a16="http://schemas.microsoft.com/office/drawing/2014/main" id="{963B0A45-473A-4442-9E6C-8CC128A6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02" y="-3851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コンテンツ プレースホルダー 7">
            <a:extLst>
              <a:ext uri="{FF2B5EF4-FFF2-40B4-BE49-F238E27FC236}">
                <a16:creationId xmlns:a16="http://schemas.microsoft.com/office/drawing/2014/main" id="{AC735214-0694-B440-8B59-1C9988824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6851" y="3429000"/>
            <a:ext cx="3425149" cy="3425149"/>
          </a:xfrm>
          <a:prstGeom prst="rect">
            <a:avLst/>
          </a:prstGeom>
        </p:spPr>
      </p:pic>
      <p:pic>
        <p:nvPicPr>
          <p:cNvPr id="21" name="Picture 4" descr="pin (600×600)">
            <a:extLst>
              <a:ext uri="{FF2B5EF4-FFF2-40B4-BE49-F238E27FC236}">
                <a16:creationId xmlns:a16="http://schemas.microsoft.com/office/drawing/2014/main" id="{096CD39F-F8AB-4A4A-9155-E71DFB91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" y="3852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51CE140-2364-DC40-80EE-49BFC6FB6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09" y="582586"/>
            <a:ext cx="1186821" cy="129471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F4D1C10-73F9-534B-8AD7-251533A19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180" y="578736"/>
            <a:ext cx="1109754" cy="129471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79E209BF-270C-5642-B868-49A1C9076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2198" y="623214"/>
            <a:ext cx="1350254" cy="1250235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766C9A8B-EE08-5A4E-B6E6-1775A130C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3578" y="623214"/>
            <a:ext cx="1309696" cy="1309696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9E2EF068-D95A-CB44-B0AF-CB6DC254DD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755" y="4027623"/>
            <a:ext cx="1270975" cy="1270975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4DA45069-CF1F-4C48-BF9A-4001CB2813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9220" y="4051244"/>
            <a:ext cx="1270974" cy="1270974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30A5B5DF-FA4D-6641-A030-8127A0865D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5888" y="3932184"/>
            <a:ext cx="1386564" cy="1247908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6A9DC31D-6605-AC4E-B38B-6FC640CFEA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7209" y="4048362"/>
            <a:ext cx="1351043" cy="13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6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pin (600×600)">
            <a:extLst>
              <a:ext uri="{FF2B5EF4-FFF2-40B4-BE49-F238E27FC236}">
                <a16:creationId xmlns:a16="http://schemas.microsoft.com/office/drawing/2014/main" id="{714585EC-1915-B74B-88DD-E9FB74519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504" y="342129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in (600×600)">
            <a:extLst>
              <a:ext uri="{FF2B5EF4-FFF2-40B4-BE49-F238E27FC236}">
                <a16:creationId xmlns:a16="http://schemas.microsoft.com/office/drawing/2014/main" id="{228F9C37-FB4D-9C41-87CA-1417A841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286" y="342599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pin (600×600)">
            <a:extLst>
              <a:ext uri="{FF2B5EF4-FFF2-40B4-BE49-F238E27FC236}">
                <a16:creationId xmlns:a16="http://schemas.microsoft.com/office/drawing/2014/main" id="{1FA47ADB-FD0D-674D-B28F-803C626CD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83" y="3452111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in (600×600)">
            <a:extLst>
              <a:ext uri="{FF2B5EF4-FFF2-40B4-BE49-F238E27FC236}">
                <a16:creationId xmlns:a16="http://schemas.microsoft.com/office/drawing/2014/main" id="{9A6757E3-3F6B-D14A-83EA-A1088BE67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681" y="3467518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pin (600×600)">
            <a:extLst>
              <a:ext uri="{FF2B5EF4-FFF2-40B4-BE49-F238E27FC236}">
                <a16:creationId xmlns:a16="http://schemas.microsoft.com/office/drawing/2014/main" id="{59E3EB4D-6A94-184D-A5AD-C25EB5D9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682" y="1155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pin (600×600)">
            <a:extLst>
              <a:ext uri="{FF2B5EF4-FFF2-40B4-BE49-F238E27FC236}">
                <a16:creationId xmlns:a16="http://schemas.microsoft.com/office/drawing/2014/main" id="{20890072-C1CE-2543-BBA7-D776D6424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504" y="1155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pin (600×600)">
            <a:extLst>
              <a:ext uri="{FF2B5EF4-FFF2-40B4-BE49-F238E27FC236}">
                <a16:creationId xmlns:a16="http://schemas.microsoft.com/office/drawing/2014/main" id="{963B0A45-473A-4442-9E6C-8CC128A6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02" y="-3851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pin (600×600)">
            <a:extLst>
              <a:ext uri="{FF2B5EF4-FFF2-40B4-BE49-F238E27FC236}">
                <a16:creationId xmlns:a16="http://schemas.microsoft.com/office/drawing/2014/main" id="{096CD39F-F8AB-4A4A-9155-E71DFB91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" y="3852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959CE85-D43F-E54F-B67F-3E9F57DF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15" y="578736"/>
            <a:ext cx="1287087" cy="12870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3C29D38-0A11-C34F-A6DB-E532A17D4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2776" y="623214"/>
            <a:ext cx="1198230" cy="124260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E151933-9A13-F040-A213-5833F0181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612" y="623214"/>
            <a:ext cx="1164495" cy="125765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1F57F74-3AA4-6641-8263-73F4242F8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143" y="623214"/>
            <a:ext cx="1352411" cy="120214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1601753-0A4F-104E-BFD3-4B836F5413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613" y="4048362"/>
            <a:ext cx="1463120" cy="131680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2ACEFA2-73D7-3443-8BCE-CAF4EB6BF0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8397" y="3932184"/>
            <a:ext cx="1237579" cy="143298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EE4178A-862F-CF45-ABF5-B1BDEF2B6F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1207" y="3870479"/>
            <a:ext cx="1000540" cy="155639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2A80F170-2E6F-124D-8F73-4AB61DB55D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1555" y="3872383"/>
            <a:ext cx="821818" cy="197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 descr="pin (600×600)">
            <a:extLst>
              <a:ext uri="{FF2B5EF4-FFF2-40B4-BE49-F238E27FC236}">
                <a16:creationId xmlns:a16="http://schemas.microsoft.com/office/drawing/2014/main" id="{59E3EB4D-6A94-184D-A5AD-C25EB5D9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682" y="11556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pin (600×600)">
            <a:extLst>
              <a:ext uri="{FF2B5EF4-FFF2-40B4-BE49-F238E27FC236}">
                <a16:creationId xmlns:a16="http://schemas.microsoft.com/office/drawing/2014/main" id="{963B0A45-473A-4442-9E6C-8CC128A6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02" y="-3851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pin (600×600)">
            <a:extLst>
              <a:ext uri="{FF2B5EF4-FFF2-40B4-BE49-F238E27FC236}">
                <a16:creationId xmlns:a16="http://schemas.microsoft.com/office/drawing/2014/main" id="{096CD39F-F8AB-4A4A-9155-E71DFB91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" y="3852"/>
            <a:ext cx="3425148" cy="34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76BC9FB-22C3-2440-A690-59A94C78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05" y="578736"/>
            <a:ext cx="944376" cy="15739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8103BDE-F57A-614B-80D4-4F4C243C0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481" y="545210"/>
            <a:ext cx="1274327" cy="127432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3A6E040-3D68-A941-94F5-F4F98B111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671" y="586559"/>
            <a:ext cx="1232978" cy="1232978"/>
          </a:xfrm>
          <a:prstGeom prst="rect">
            <a:avLst/>
          </a:prstGeom>
        </p:spPr>
      </p:pic>
      <p:pic>
        <p:nvPicPr>
          <p:cNvPr id="24" name="コンテンツ プレースホルダー 7">
            <a:extLst>
              <a:ext uri="{FF2B5EF4-FFF2-40B4-BE49-F238E27FC236}">
                <a16:creationId xmlns:a16="http://schemas.microsoft.com/office/drawing/2014/main" id="{F99979AD-940C-2A45-8102-4B24E0B64B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6851" y="3851"/>
            <a:ext cx="3425149" cy="34251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3192DAE-2FE5-8142-9D3E-073F821857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2384" y="618551"/>
            <a:ext cx="1294082" cy="1355705"/>
          </a:xfrm>
          <a:prstGeom prst="rect">
            <a:avLst/>
          </a:prstGeom>
        </p:spPr>
      </p:pic>
      <p:pic>
        <p:nvPicPr>
          <p:cNvPr id="29" name="コンテンツ プレースホルダー 7">
            <a:extLst>
              <a:ext uri="{FF2B5EF4-FFF2-40B4-BE49-F238E27FC236}">
                <a16:creationId xmlns:a16="http://schemas.microsoft.com/office/drawing/2014/main" id="{7A634F3B-CCA1-F945-9014-3DB74F201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426686"/>
            <a:ext cx="3425149" cy="3425149"/>
          </a:xfrm>
        </p:spPr>
      </p:pic>
      <p:pic>
        <p:nvPicPr>
          <p:cNvPr id="35" name="コンテンツ プレースホルダー 7">
            <a:extLst>
              <a:ext uri="{FF2B5EF4-FFF2-40B4-BE49-F238E27FC236}">
                <a16:creationId xmlns:a16="http://schemas.microsoft.com/office/drawing/2014/main" id="{190B7B4E-715D-3B4A-A906-9963BC016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3303" y="3422835"/>
            <a:ext cx="3425149" cy="3425149"/>
          </a:xfrm>
          <a:prstGeom prst="rect">
            <a:avLst/>
          </a:prstGeom>
        </p:spPr>
      </p:pic>
      <p:pic>
        <p:nvPicPr>
          <p:cNvPr id="37" name="コンテンツ プレースホルダー 7">
            <a:extLst>
              <a:ext uri="{FF2B5EF4-FFF2-40B4-BE49-F238E27FC236}">
                <a16:creationId xmlns:a16="http://schemas.microsoft.com/office/drawing/2014/main" id="{35DB5382-CD8C-8944-BAFA-C0A885FA24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5077" y="3422835"/>
            <a:ext cx="3425149" cy="3425149"/>
          </a:xfrm>
          <a:prstGeom prst="rect">
            <a:avLst/>
          </a:prstGeom>
        </p:spPr>
      </p:pic>
      <p:pic>
        <p:nvPicPr>
          <p:cNvPr id="39" name="コンテンツ プレースホルダー 7">
            <a:extLst>
              <a:ext uri="{FF2B5EF4-FFF2-40B4-BE49-F238E27FC236}">
                <a16:creationId xmlns:a16="http://schemas.microsoft.com/office/drawing/2014/main" id="{F798863E-1019-6B49-9D2F-612B222DB5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6851" y="3426686"/>
            <a:ext cx="3425149" cy="342514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ABC7277-8711-A64C-8566-63AF5E8066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449" y="4123413"/>
            <a:ext cx="1337184" cy="117672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3F71CD3-B2C7-FB46-8D9E-D9441027DE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722" y="4048930"/>
            <a:ext cx="1217869" cy="127586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839A34B-E50B-A249-B92C-2A52A4101F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1469" y="4123413"/>
            <a:ext cx="1456171" cy="119141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8A81991-5DD0-344F-98A5-4A20D81604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5062" y="3948894"/>
            <a:ext cx="968461" cy="15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6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コンテンツ プレースホルダー 7">
            <a:extLst>
              <a:ext uri="{FF2B5EF4-FFF2-40B4-BE49-F238E27FC236}">
                <a16:creationId xmlns:a16="http://schemas.microsoft.com/office/drawing/2014/main" id="{7A634F3B-CCA1-F945-9014-3DB74F201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702"/>
            <a:ext cx="3425149" cy="3425149"/>
          </a:xfrm>
        </p:spPr>
      </p:pic>
      <p:pic>
        <p:nvPicPr>
          <p:cNvPr id="35" name="コンテンツ プレースホルダー 7">
            <a:extLst>
              <a:ext uri="{FF2B5EF4-FFF2-40B4-BE49-F238E27FC236}">
                <a16:creationId xmlns:a16="http://schemas.microsoft.com/office/drawing/2014/main" id="{190B7B4E-715D-3B4A-A906-9963BC016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3303" y="3851"/>
            <a:ext cx="3425149" cy="342514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60C01310-63FD-0F47-8AEB-CA21711BD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48" y="865066"/>
            <a:ext cx="1531010" cy="92666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436F410-F9B9-D84C-99D4-E6F52967E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452" y="689392"/>
            <a:ext cx="1278852" cy="13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7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　覚</dc:creator>
  <cp:lastModifiedBy>中村　覚</cp:lastModifiedBy>
  <cp:revision>8</cp:revision>
  <dcterms:created xsi:type="dcterms:W3CDTF">2021-06-26T23:09:01Z</dcterms:created>
  <dcterms:modified xsi:type="dcterms:W3CDTF">2021-08-10T01:49:28Z</dcterms:modified>
</cp:coreProperties>
</file>